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DIWALI: THE FESTIVAL OF 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1. What is Diwali?</a:t>
            </a:r>
          </a:p>
          <a:p>
            <a:r>
              <a:t>2. Significance of Diwali</a:t>
            </a:r>
          </a:p>
          <a:p>
            <a:r>
              <a:t>3. Traditions and Rituals</a:t>
            </a:r>
          </a:p>
          <a:p>
            <a:r>
              <a:t>4. Diwali Celebrations</a:t>
            </a:r>
          </a:p>
          <a:p>
            <a:r>
              <a:t>5. Foods and Sweets</a:t>
            </a:r>
          </a:p>
          <a:p>
            <a:r>
              <a:t>6. Diwali Around the World</a:t>
            </a:r>
          </a:p>
          <a:p>
            <a:r>
              <a:t>7. Environmental Impact</a:t>
            </a:r>
          </a:p>
          <a:p>
            <a:r>
              <a:t>8.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Diwali, also known as Deepavali, is a five-day Hindu festival celebrating the victory of light over darkness and good over evil. It typically falls in October or November.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Diwali?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Diwali symbolizes the return of Lord Rama to Ayodhya after defeating Ravana. It also honors Goddess Lakshmi, the deity of wealth and prosperity, inviting blessings into homes.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Diwali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Key traditions include lighting diyas (lamps), decorating homes, performing prayers (puja), and bursting fireworks. Each day has its unique significance and rituals.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Traditions and Rituals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Diwali is celebrated with enthusiasm through family gatherings, cultural performances, and community events. Homes are adorned with lights and rangoli (art patterns).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Diwali Celebrations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Foods and Sweets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Sweets like ladoos, barfis, and gulab jamun are central to Diwali. Families prepare special meals and share treats with neighbors and friends to spread joy.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Diwali Around the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Diwali is celebrated globally, especially in India, Nepal, and among Indian communities worldwide. Festivals feature cultural programs and unite diverse communities.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Diwali's fireworks contribute to air pollution. Eco-friendly celebrations are encouraged, focusing on sustainable practices, such as using less harmful fireworks and eco-friendly decorations.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