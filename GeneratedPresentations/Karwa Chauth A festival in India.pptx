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3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10/16/2024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xmlns="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xmlns="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xmlns="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10/16/2024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10/16/2024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10/16/2024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2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734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  <p:sldLayoutId id="2147483664" r:id="rId10"/>
    <p:sldLayoutId id="214748366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Karwa Chauth: A Festival in India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Introduction to Karwa Chauth</a:t>
            </a:r>
          </a:p>
          <a:p>
            <a:r>
              <a:t>2. Historical Significance</a:t>
            </a:r>
          </a:p>
          <a:p>
            <a:r>
              <a:t>3. Rituals and Traditions</a:t>
            </a:r>
          </a:p>
          <a:p>
            <a:r>
              <a:t>4. Fasting and Its Meaning</a:t>
            </a:r>
          </a:p>
          <a:p>
            <a:r>
              <a:t>5. Cultural Celebrations</a:t>
            </a:r>
          </a:p>
          <a:p>
            <a:r>
              <a:t>6. Modern Interpretations</a:t>
            </a:r>
          </a:p>
          <a:p>
            <a:r>
              <a:t>7. Conclusion</a:t>
            </a:r>
          </a:p>
          <a:p>
            <a:r>
              <a:t>8. Summary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Karwa Chauth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Karwa Chauth is a significant festival celebrated by married Hindu women in India. It involves fasting for the well-being and longevity of their husbands.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Historical Significance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festival dates back centuries, rooted in stories of devotion. It symbolizes love and sacrifice, highlighting the bond between husband and wife.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Rituals and Traditions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Women dress in traditional attire, perform prayers, and offer food and water to the moon. The rituals vary by region, enriching the cultural diversity of the celebration.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Fasting and Its Meaning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Participants fast from sunrise to moonrise, abstaining from food and water. This act signifies dedication and hope for a prosperous marital life.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Cultural Celebrations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Karwa Chauth is marked by gatherings, singing, and sharing stories. It fosters community bonding and strengthens relationships among women.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 Interpretations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While rooted in tradition, modern Karwa Chauth includes couples celebrating together. It's evolving to reflect contemporary relationships and mutual respect.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Karwa Chauth remains a vibrant expression of love, commitment, and cultural heritage, bridging the past with present values in Indian society.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Custom 38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E462D"/>
      </a:accent1>
      <a:accent2>
        <a:srgbClr val="595A85"/>
      </a:accent2>
      <a:accent3>
        <a:srgbClr val="8D6F5B"/>
      </a:accent3>
      <a:accent4>
        <a:srgbClr val="FABD2F"/>
      </a:accent4>
      <a:accent5>
        <a:srgbClr val="AF8073"/>
      </a:accent5>
      <a:accent6>
        <a:srgbClr val="787880"/>
      </a:accent6>
      <a:hlink>
        <a:srgbClr val="CC8D00"/>
      </a:hlink>
      <a:folHlink>
        <a:srgbClr val="82829E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NE.pptx" id="{5330A5D3-B581-4B4A-9313-9275B6EF2E52}" vid="{516C64E9-C0AA-46DA-9991-9C0EC881A8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Floral flourish</Template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Avenir Next LT Pro</vt:lpstr>
      <vt:lpstr>Avenir Next LT Pro Light</vt:lpstr>
      <vt:lpstr>Garamond</vt:lpstr>
      <vt:lpstr>SavonVTI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2024-10-16T12:10:05Z</dcterms:created>
  <dcterms:modified xsi:type="dcterms:W3CDTF">2024-10-16T12:10:39Z</dcterms:modified>
</cp:coreProperties>
</file>