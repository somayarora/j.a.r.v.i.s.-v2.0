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10/16/2024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10/16/2024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10/16/2024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10/16/2024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10/16/2024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10/16/2024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Computer Science</a:t>
            </a:r>
          </a:p>
          <a:p>
            <a:r>
              <a:t>2. History of Computing</a:t>
            </a:r>
          </a:p>
          <a:p>
            <a:r>
              <a:t>3. Key Concepts</a:t>
            </a:r>
          </a:p>
          <a:p>
            <a:r>
              <a:t>4. Applications</a:t>
            </a:r>
          </a:p>
          <a:p>
            <a:r>
              <a:t>5. Future Trends</a:t>
            </a:r>
          </a:p>
          <a:p>
            <a:r>
              <a:t>6. Programming Languages</a:t>
            </a:r>
          </a:p>
          <a:p>
            <a:r>
              <a:t>7. Importance of Computer Science</a:t>
            </a:r>
          </a:p>
          <a:p>
            <a:r>
              <a:t>8.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Science is the study of algorithms, data structures, and the principles of computing. It encompasses both theoretical and practical aspects, bridging mathematics and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early mechanical calculators to modern supercomputers, computing has evolved rapidly. Key milestones include the invention of the computer, the internet, and advances in artificial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concepts include algorithms, data structures, software engineering, and systems design. Understanding these fundamentals is crucial for solving complex problems in computing.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Science is applied in various fields like healthcare, finance, education, and entertainment. Innovations like AI, machine learning, and cybersecurity are transforming industries.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Future trends include quantum computing, AI advancements, and increased automation. These developments will reshape how we interact with technology and solve global challenges.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Programming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languages such as Python, Java, and C++ are essential tools in Computer Science. Each language has its own strengths and is suited for different applications and tasks.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Computer Science drives innovation and problem-solving in today's world. It is vital for economic growth, improving quality of life, and addressing complex global issues.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Avenir Next LT Pro</vt:lpstr>
      <vt:lpstr>Avenir Next LT Pro Light</vt:lpstr>
      <vt:lpstr>Garamond</vt:lpstr>
      <vt:lpstr>SavonVTI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2024-10-16T12:10:05Z</dcterms:created>
  <dcterms:modified xsi:type="dcterms:W3CDTF">2024-10-16T12:10:39Z</dcterms:modified>
</cp:coreProperties>
</file>