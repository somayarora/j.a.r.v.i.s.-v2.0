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73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10/16/2024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7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10/16/2024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08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xmlns="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10/16/2024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71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10/16/2024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7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10/16/2024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960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10/16/2024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10/16/2024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47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10/16/2024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10/16/2024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78223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F40B7-36AB-4376-BE14-EF7004D79BB9}" type="datetime1">
              <a:rPr lang="en-US" smtClean="0"/>
              <a:t>10/16/2024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7CAB8-DCAE-46A5-AADA-B3FAD11A54E0}" type="datetime1">
              <a:rPr lang="en-US" smtClean="0"/>
              <a:t>10/16/2024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734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xmlns="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10/16/2024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7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65" r:id="rId5"/>
    <p:sldLayoutId id="2147483671" r:id="rId6"/>
    <p:sldLayoutId id="2147483672" r:id="rId7"/>
    <p:sldLayoutId id="2147483662" r:id="rId8"/>
    <p:sldLayoutId id="2147483663" r:id="rId9"/>
    <p:sldLayoutId id="2147483664" r:id="rId10"/>
    <p:sldLayoutId id="2147483666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Custom 38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E462D"/>
      </a:accent1>
      <a:accent2>
        <a:srgbClr val="595A85"/>
      </a:accent2>
      <a:accent3>
        <a:srgbClr val="8D6F5B"/>
      </a:accent3>
      <a:accent4>
        <a:srgbClr val="FABD2F"/>
      </a:accent4>
      <a:accent5>
        <a:srgbClr val="AF8073"/>
      </a:accent5>
      <a:accent6>
        <a:srgbClr val="787880"/>
      </a:accent6>
      <a:hlink>
        <a:srgbClr val="CC8D00"/>
      </a:hlink>
      <a:folHlink>
        <a:srgbClr val="82829E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NE.pptx" id="{5330A5D3-B581-4B4A-9313-9275B6EF2E52}" vid="{516C64E9-C0AA-46DA-9991-9C0EC881A8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Floral flourish</Template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Avenir Next LT Pro</vt:lpstr>
      <vt:lpstr>Avenir Next LT Pro Light</vt:lpstr>
      <vt:lpstr>Garamond</vt:lpstr>
      <vt:lpstr>SavonVTI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2024-10-16T12:10:05Z</dcterms:created>
  <dcterms:modified xsi:type="dcterms:W3CDTF">2024-10-16T12:10:39Z</dcterms:modified>
</cp:coreProperties>
</file>