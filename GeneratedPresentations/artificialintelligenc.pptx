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AI?</a:t>
            </a:r>
          </a:p>
          <a:p>
            <a:r>
              <a:t>2. Types of AI</a:t>
            </a:r>
          </a:p>
          <a:p>
            <a:r>
              <a:t>3. Applications</a:t>
            </a:r>
          </a:p>
          <a:p>
            <a:r>
              <a:t>4. Benefits</a:t>
            </a:r>
          </a:p>
          <a:p>
            <a:r>
              <a:t>5. Challenges</a:t>
            </a:r>
          </a:p>
          <a:p>
            <a:r>
              <a:t>6. Future of AI</a:t>
            </a:r>
          </a:p>
          <a:p>
            <a:r>
              <a:t>7. Ethical Considerations</a:t>
            </a:r>
          </a:p>
          <a:p>
            <a:r>
              <a:t>8.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(AI) refers to machines that simulate human intelligence. This includes learning, reasoning, problem-solving, and understanding language.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can be categorized into two types: Narrow AI (task-specific) and General AI (human-like capabilities). Narrow AI is prevalent today, while General AI is still theoretical.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used in various fields: healthcare (diagnosis), finance (fraud detection), transportation (self-driving cars), and entertainment (recommendation systems).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enhances efficiency, accuracy, and productivity. It can analyze vast data quickly, automate repetitive tasks, and provide personalized experiences.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challenges include data privacy concerns, job displacement, algorithmic bias, and the need for transparency in AI decision-making.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Ethical AI involves ensuring fairness, accountability, and transparency. It's crucial to address biases and protect user rights while developing AI technologies.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transforming various industries, offering benefits and posing challenges. Understanding its types, applications, and ethical implications is vital for responsible use.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Avenir Next LT Pro</vt:lpstr>
      <vt:lpstr>Avenir Next LT Pro Light</vt:lpstr>
      <vt:lpstr>Garamond</vt:lpstr>
      <vt:lpstr>SavonVTI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2024-10-16T12:10:05Z</dcterms:created>
  <dcterms:modified xsi:type="dcterms:W3CDTF">2024-10-16T12:10:39Z</dcterms:modified>
</cp:coreProperties>
</file>