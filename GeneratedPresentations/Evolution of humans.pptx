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Evolution of Humans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Evolution</a:t>
            </a:r>
          </a:p>
          <a:p>
            <a:r>
              <a:t>2. Early Hominids</a:t>
            </a:r>
          </a:p>
          <a:p>
            <a:r>
              <a:t>3. Homo Species</a:t>
            </a:r>
          </a:p>
          <a:p>
            <a:r>
              <a:t>4. Neanderthals vs. Homo Sapiens</a:t>
            </a:r>
          </a:p>
          <a:p>
            <a:r>
              <a:t>5. Migration Patterns</a:t>
            </a:r>
          </a:p>
          <a:p>
            <a:r>
              <a:t>6. Cultural Evolution</a:t>
            </a:r>
          </a:p>
          <a:p>
            <a:r>
              <a:t>7. Modern Humans</a:t>
            </a:r>
          </a:p>
          <a:p>
            <a:r>
              <a:t>8.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Evolution explains how species change over time. Humans evolved from common ancestors with primates, driven by natural selection, genetic drift, and environmental changes.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Hominids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hominids, like Australopithecus, emerged around 4 million years ago. They walked upright, showcasing key adaptations for survival and social interaction.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genus Homo appeared about 2.5 million years ago. Notable species include Homo habilis and Homo erectus, known for tool use and migration from Africa.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Neanderthals vs. Homo Sapiens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Neanderthals coexisted with early Homo sapiens. They adapted to cold climates but eventually went extinct, possibly due to competition and interbreeding.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Homo sapiens migrated out of Africa around 60,000 years ago, spreading across the globe. This led to diverse cultures and adaptations in different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the advent of language, art, and agriculture, humans developed complex societies. This cultural evolution significantly impacted survival and social structures.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Today, Homo sapiens is the sole surviving human species. Our understanding of evolution continues to evolve through genetics and archaeology, reshaping our history.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Humans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