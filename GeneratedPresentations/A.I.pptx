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A.I.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A.I.?</a:t>
            </a:r>
          </a:p>
          <a:p>
            <a:r>
              <a:t>2. Types of A.I.</a:t>
            </a:r>
          </a:p>
          <a:p>
            <a:r>
              <a:t>3. How A.I. Works</a:t>
            </a:r>
          </a:p>
          <a:p>
            <a:r>
              <a:t>4. Applications of A.I.</a:t>
            </a:r>
          </a:p>
          <a:p>
            <a:r>
              <a:t>5. Benefits of A.I.</a:t>
            </a:r>
          </a:p>
          <a:p>
            <a:r>
              <a:t>6. Challenges of A.I.</a:t>
            </a:r>
          </a:p>
          <a:p>
            <a:r>
              <a:t>7. Future of A.I.</a:t>
            </a:r>
          </a:p>
          <a:p>
            <a:r>
              <a:t>8.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Artificial Intelligence (A.I.) refers to computer systems that mimic human intelligence. This includes learning, reasoning, and problem-solving abilities.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A.I.?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A.I. can be categorized into two types: Narrow A.I. (task-specific) and General A.I. (human-like reasoning). Narrow A.I. is most common today.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A.I.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A.I.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A.I. uses algorithms and large datasets to learn patterns. Techniques like machine learning and deep learning are central to its development.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A.I. is used in various fields: healthcare (diagnosis), finance (fraud detection), transportation (self-driving cars), and entertainment (recommendation systems).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A.I.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A.I.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A.I. enhances efficiency, reduces human error, provides insights from data, and can perform tasks at scale, improving overall productivity.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A.I.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concerns, job displacement, bias in algorithms, and data privacy issues are significant challenges that need addressing as A.I. evolves.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The future of A.I. includes advancements in General A.I., ethical frameworks, and improved human-A.I. collaboration, shaping industries and society.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A.I.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