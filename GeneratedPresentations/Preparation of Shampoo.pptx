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Preparation of Shampoo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Shampoo</a:t>
            </a:r>
          </a:p>
          <a:p>
            <a:r>
              <a:t>2. Ingredients Overview</a:t>
            </a:r>
          </a:p>
          <a:p>
            <a:r>
              <a:t>3. Equipment Needed</a:t>
            </a:r>
          </a:p>
          <a:p>
            <a:r>
              <a:t>4. Preparation Steps</a:t>
            </a:r>
          </a:p>
          <a:p>
            <a:r>
              <a:t>5. Tips for Formulation</a:t>
            </a:r>
          </a:p>
          <a:p>
            <a:r>
              <a:t>6. Common Variations</a:t>
            </a:r>
          </a:p>
          <a:p>
            <a:r>
              <a:t>7. Safety Considerations</a:t>
            </a:r>
          </a:p>
          <a:p>
            <a:r>
              <a:t>8.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Shampoo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Shampoo is a cleansing product used for hair. It removes dirt, oil, and product buildup while maintaining hair health.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Key ingredients include surfactants, thickeners, preservatives, and fragrances. Each plays a vital role in effectiveness and user experience.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Ingredients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Essential equipment includes mixing bowls, scales, stirrers, and storage containers. Proper tools ensure accurate measurements and mixing.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Measure ingredients accurately.</a:t>
            </a:r>
          </a:p>
          <a:p>
            <a:r>
              <a:t>2. Mix surfactants with water.</a:t>
            </a:r>
          </a:p>
          <a:p>
            <a:r>
              <a:t>3. Add thickeners and other ingredients.</a:t>
            </a:r>
          </a:p>
          <a:p>
            <a:r>
              <a:t>4. Stir until homogenous.</a:t>
            </a:r>
          </a:p>
          <a:p>
            <a:r>
              <a:t>5. Bottle and label.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small batches. Test pH and viscosity. Adjust fragrance and color as desired. Document each variation for future reference.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 variations like moisturizing, clarifying, or natural shampoos. Each variation targets specific hair needs and preferences.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wear gloves and goggles. Follow guidelines for safe ingredient handling. Store in a cool, dry place away from direct sunlight.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