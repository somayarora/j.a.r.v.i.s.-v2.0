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10/16/2024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Avenir Next LT Pro</vt:lpstr>
      <vt:lpstr>Avenir Next LT Pro Light</vt:lpstr>
      <vt:lpstr>Garamond</vt:lpstr>
      <vt:lpstr>SavonVTI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2024-10-16T12:10:05Z</dcterms:created>
  <dcterms:modified xsi:type="dcterms:W3CDTF">2024-10-16T12:10:39Z</dcterms:modified>
</cp:coreProperties>
</file>