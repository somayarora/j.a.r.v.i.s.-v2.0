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Garamond</vt:lpstr>
      <vt:lpstr>Savon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2024-10-20T10:51:43Z</dcterms:created>
  <dcterms:modified xsi:type="dcterms:W3CDTF">2024-10-20T10:52:25Z</dcterms:modified>
</cp:coreProperties>
</file>